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>
        <p:scale>
          <a:sx n="50" d="100"/>
          <a:sy n="50" d="100"/>
        </p:scale>
        <p:origin x="1834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E124D2-08EF-C8EA-69B7-3241816DF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6F8C09E-B794-4105-BC6B-E4BD9A537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AC19ECD-F615-5511-8BB9-70038841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91069A8-1A4B-4BFD-4F14-B0A091C48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9805461-F89C-D1FE-2DB4-464EBF2C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889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7B5E1B-B64B-C321-22E9-C6799550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545FD56-3C3D-2A95-EDAC-10C88935C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72E467E-328B-888A-BD8E-5767C66F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EEC23EC-AD89-AFAB-E45D-786DC7ACD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89EC665-97FA-76B6-BF5F-15725D82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361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D90747-F901-E8B0-7336-16B42D7F4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56A5A7F-CA5D-9623-E158-92397A9EA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8459C96-1A05-3EC0-0C7D-8657D71BE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137CC89-FAE5-B82F-865A-36765F42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52058FF-C702-D707-BF32-0B19DF96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926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27980D-92F7-8534-0CAC-A8C93DC6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261F42-4EB3-ABC4-AA39-3EA9584B6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87C6B3F-604D-CC19-DC73-E1369F197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779AE34-70DB-B84F-94AE-8822A519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6BC724B-6C38-174F-76C8-EB3387C97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36EE547-988D-EA43-3F95-F1142A28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56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38602C-F31F-E51C-6D56-425DC0B0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9BC38E3-7802-726B-8575-FAD10F47F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1E708E5-4197-328B-5DC0-1F002E152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7B45679-5B93-8B1A-1D7E-EAE5115CD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D1D4D32-7DAB-A9DD-0B10-8314E67DA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63B2F003-B4C9-5266-9C87-A9360722E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4EA9965-ADD3-3A64-988D-BC7F1F4F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840FD29-2B90-3422-424A-C0058101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598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88016C4-3B2C-13DD-F88B-804C584D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9D5996A-D63B-BF89-E7E3-E28B928A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FEA4416-4E46-AB92-E1D2-BDBA00DD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D653ABB-183C-5B24-DBA2-BF165CA2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248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136DF38-227C-462E-C643-0493ACEF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AFF9204-6770-AF81-A875-1F3209D6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016647C-B37C-D798-38CE-E83BE4F7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3176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9777BA-A7C4-F292-846E-BE160E2CD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6C06129-4D05-2615-5122-8CE6CD689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FDFD194-F996-8ED3-581B-8CB209107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6CCCF9F-6E4D-1641-1028-CF8C9614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D943CA3-9535-E861-25F9-292D2C13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407984C-20CB-44CA-1C87-8D710405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607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4AA9A3-DB86-53E3-80AC-890638D56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C27B6D1-7AB9-BA3F-F791-A883034FA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93A4099-2106-893C-196E-270378B89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BBB6B36-9685-49BE-E202-B7C6846E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6F7B1B9-6C3F-7B15-A705-02494F63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48DA6B3-62A7-12E6-212A-E7C98917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3803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B67029-E2E4-C631-EBCA-3799AE5F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EAE9415-0B04-3B5C-D18F-0F5661043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5B9757C-0EB9-9426-E607-D5FF3A11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58FA132-E0EC-D022-EB37-579EC3A5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1E5316-EDCD-1280-F973-0BF3FB8C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930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A4E7B81-0ED2-4C89-0159-8E3A6B575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9820082-6716-A990-BFDE-F2D15394E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1EF7143-2D92-2D75-FB00-5CBAB1C9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BCB96F2-F002-4641-D1B7-E4A3C888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5B6E941-23B3-F031-FCDA-1B6C48E6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744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B312AE15-D667-4EEA-DF7E-A52EF32B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A9AE16A-2ED6-4CD4-38BF-B097CC42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0511C0B-EE71-103B-CBFD-F28A654E9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5036F-5BE6-4870-9987-39781FF89DF7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905CE88-B004-2AF8-599F-7A50AC9D6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3034DB6-96E4-C358-E5F3-2EE21A17B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0E36C-D9BC-40C2-BAE6-6EF67F3221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292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08C10E09-69E5-6BFE-06DD-14A324D62E54}"/>
              </a:ext>
            </a:extLst>
          </p:cNvPr>
          <p:cNvSpPr txBox="1"/>
          <p:nvPr/>
        </p:nvSpPr>
        <p:spPr>
          <a:xfrm>
            <a:off x="3047036" y="324722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 err="1"/>
              <a:t>Scripts</a:t>
            </a:r>
            <a:r>
              <a:rPr lang="he-IL" dirty="0"/>
              <a:t> </a:t>
            </a:r>
            <a:r>
              <a:rPr lang="he-IL" dirty="0" err="1"/>
              <a:t>and</a:t>
            </a:r>
            <a:r>
              <a:rPr lang="he-IL" dirty="0"/>
              <a:t> </a:t>
            </a:r>
            <a:r>
              <a:rPr lang="he-IL" dirty="0" err="1"/>
              <a:t>executables</a:t>
            </a:r>
            <a:endParaRPr lang="he-IL" dirty="0"/>
          </a:p>
        </p:txBody>
      </p:sp>
      <p:pic>
        <p:nvPicPr>
          <p:cNvPr id="11" name="תמונה 10" descr="תמונה שמכילה סרט מצויר, שרטוט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CFEFE3F-498C-E642-16B3-1F1A1ED99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94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C70C-CB41-49AA-220C-A01D66591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051D06B-E334-1E02-83EF-121D06826686}"/>
              </a:ext>
            </a:extLst>
          </p:cNvPr>
          <p:cNvSpPr txBox="1"/>
          <p:nvPr/>
        </p:nvSpPr>
        <p:spPr>
          <a:xfrm>
            <a:off x="3047036" y="324722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 err="1"/>
              <a:t>Scripts</a:t>
            </a:r>
            <a:r>
              <a:rPr lang="he-IL" dirty="0"/>
              <a:t> </a:t>
            </a:r>
            <a:r>
              <a:rPr lang="he-IL" dirty="0" err="1"/>
              <a:t>and</a:t>
            </a:r>
            <a:r>
              <a:rPr lang="he-IL" dirty="0"/>
              <a:t> </a:t>
            </a:r>
            <a:r>
              <a:rPr lang="he-IL" dirty="0" err="1"/>
              <a:t>executables</a:t>
            </a:r>
            <a:endParaRPr lang="he-IL" dirty="0"/>
          </a:p>
        </p:txBody>
      </p:sp>
      <p:pic>
        <p:nvPicPr>
          <p:cNvPr id="11" name="תמונה 10" descr="תמונה שמכילה סרט מצויר, שרטוט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E352891-46EF-8537-1971-C03AE0097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6" b="89904" l="3606" r="93750">
                        <a14:foregroundMark x1="31330" y1="55889" x2="28446" y2="44471"/>
                        <a14:foregroundMark x1="28446" y1="44471" x2="16186" y2="54327"/>
                        <a14:foregroundMark x1="16186" y1="54327" x2="21715" y2="40024"/>
                        <a14:foregroundMark x1="21715" y1="40024" x2="29327" y2="31370"/>
                        <a14:foregroundMark x1="29327" y1="31370" x2="21474" y2="48438"/>
                        <a14:foregroundMark x1="21474" y1="48438" x2="28606" y2="26803"/>
                        <a14:foregroundMark x1="28606" y1="26803" x2="34135" y2="48438"/>
                        <a14:foregroundMark x1="34135" y1="48438" x2="32292" y2="59615"/>
                        <a14:foregroundMark x1="32292" y1="59615" x2="41987" y2="44712"/>
                        <a14:foregroundMark x1="41987" y1="44712" x2="40144" y2="32933"/>
                        <a14:foregroundMark x1="40144" y1="32933" x2="30449" y2="24880"/>
                        <a14:foregroundMark x1="24199" y1="23558" x2="21394" y2="17067"/>
                        <a14:foregroundMark x1="21394" y1="17067" x2="21394" y2="16466"/>
                        <a14:foregroundMark x1="24760" y1="16226" x2="37740" y2="19591"/>
                        <a14:foregroundMark x1="37740" y1="19591" x2="38301" y2="20072"/>
                        <a14:foregroundMark x1="39503" y1="22716" x2="41026" y2="30649"/>
                        <a14:foregroundMark x1="41026" y1="30649" x2="38462" y2="52764"/>
                        <a14:foregroundMark x1="42708" y1="46755" x2="32933" y2="69111"/>
                        <a14:foregroundMark x1="32933" y1="69111" x2="32532" y2="69231"/>
                        <a14:foregroundMark x1="32933" y1="64063" x2="26282" y2="65625"/>
                        <a14:foregroundMark x1="26282" y1="65625" x2="16346" y2="61899"/>
                        <a14:foregroundMark x1="16346" y1="61899" x2="12901" y2="56971"/>
                        <a14:foregroundMark x1="18830" y1="64063" x2="13782" y2="56851"/>
                        <a14:foregroundMark x1="13782" y1="56851" x2="9375" y2="36538"/>
                        <a14:foregroundMark x1="9375" y1="36538" x2="10417" y2="32933"/>
                        <a14:foregroundMark x1="10577" y1="40505" x2="32212" y2="20913"/>
                        <a14:foregroundMark x1="15465" y1="41106" x2="24199" y2="16947"/>
                        <a14:foregroundMark x1="12740" y1="26923" x2="19151" y2="19231"/>
                        <a14:foregroundMark x1="19151" y1="19231" x2="28045" y2="14423"/>
                        <a14:foregroundMark x1="28045" y1="14423" x2="28766" y2="14423"/>
                        <a14:foregroundMark x1="22837" y1="20913" x2="32051" y2="15986"/>
                        <a14:foregroundMark x1="32772" y1="24038" x2="37500" y2="23317"/>
                        <a14:foregroundMark x1="37500" y1="23317" x2="43109" y2="28606"/>
                        <a14:foregroundMark x1="43209" y1="31370" x2="43590" y2="41947"/>
                        <a14:foregroundMark x1="43109" y1="28606" x2="43209" y2="31370"/>
                        <a14:foregroundMark x1="43590" y1="41947" x2="39503" y2="58774"/>
                        <a14:foregroundMark x1="39503" y1="58774" x2="34135" y2="65144"/>
                        <a14:foregroundMark x1="34135" y1="65144" x2="34135" y2="65144"/>
                        <a14:foregroundMark x1="45112" y1="45192" x2="43109" y2="57692"/>
                        <a14:foregroundMark x1="43109" y1="57692" x2="35337" y2="68269"/>
                        <a14:foregroundMark x1="35337" y1="68269" x2="32933" y2="69231"/>
                        <a14:foregroundMark x1="28526" y1="67428" x2="23718" y2="68870"/>
                        <a14:foregroundMark x1="23718" y1="68870" x2="11218" y2="61178"/>
                        <a14:foregroundMark x1="11218" y1="61178" x2="10466" y2="60050"/>
                        <a14:foregroundMark x1="14103" y1="57813" x2="10737" y2="46755"/>
                        <a14:foregroundMark x1="10737" y1="46755" x2="8734" y2="27764"/>
                        <a14:foregroundMark x1="8734" y1="27764" x2="9375" y2="25841"/>
                        <a14:foregroundMark x1="12019" y1="32933" x2="15865" y2="21274"/>
                        <a14:foregroundMark x1="15865" y1="21274" x2="19341" y2="15978"/>
                        <a14:foregroundMark x1="16346" y1="22716" x2="10577" y2="25601"/>
                        <a14:foregroundMark x1="12500" y1="25361" x2="38400" y2="21708"/>
                        <a14:foregroundMark x1="38862" y1="27404" x2="45192" y2="37019"/>
                        <a14:foregroundMark x1="45192" y1="37019" x2="45673" y2="36298"/>
                        <a14:foregroundMark x1="65304" y1="30889" x2="72756" y2="35216"/>
                        <a14:foregroundMark x1="72756" y1="35216" x2="77404" y2="49038"/>
                        <a14:foregroundMark x1="77404" y1="49038" x2="73638" y2="36659"/>
                        <a14:foregroundMark x1="73638" y1="36659" x2="81571" y2="28726"/>
                        <a14:foregroundMark x1="71074" y1="51803" x2="77404" y2="45913"/>
                        <a14:foregroundMark x1="77404" y1="45913" x2="78766" y2="60216"/>
                        <a14:foregroundMark x1="78766" y1="60216" x2="76122" y2="61659"/>
                        <a14:foregroundMark x1="78606" y1="60096" x2="67067" y2="47115"/>
                        <a14:foregroundMark x1="67067" y1="47115" x2="69872" y2="31611"/>
                        <a14:foregroundMark x1="69872" y1="31611" x2="69872" y2="31611"/>
                        <a14:foregroundMark x1="67788" y1="32933" x2="70673" y2="24519"/>
                        <a14:foregroundMark x1="70673" y1="24519" x2="82853" y2="19231"/>
                        <a14:foregroundMark x1="82853" y1="19231" x2="85897" y2="20072"/>
                        <a14:foregroundMark x1="84856" y1="35577" x2="89183" y2="47115"/>
                        <a14:foregroundMark x1="89183" y1="47115" x2="89183" y2="50240"/>
                        <a14:foregroundMark x1="89423" y1="52043" x2="79808" y2="69591"/>
                        <a14:foregroundMark x1="78205" y1="70313" x2="70192" y2="70313"/>
                        <a14:foregroundMark x1="70192" y1="70313" x2="69551" y2="69832"/>
                        <a14:foregroundMark x1="81891" y1="62260" x2="85657" y2="56971"/>
                        <a14:foregroundMark x1="85657" y1="56971" x2="90465" y2="42909"/>
                        <a14:foregroundMark x1="90465" y1="42909" x2="90946" y2="31130"/>
                        <a14:foregroundMark x1="91506" y1="53846" x2="87179" y2="26803"/>
                        <a14:foregroundMark x1="87179" y1="26803" x2="81490" y2="20072"/>
                        <a14:foregroundMark x1="81490" y1="20072" x2="72436" y2="18269"/>
                        <a14:foregroundMark x1="72436" y1="18269" x2="64984" y2="24639"/>
                        <a14:foregroundMark x1="64984" y1="24639" x2="59135" y2="36178"/>
                        <a14:foregroundMark x1="59135" y1="36178" x2="61538" y2="51803"/>
                        <a14:foregroundMark x1="61538" y1="51803" x2="75801" y2="67428"/>
                        <a14:foregroundMark x1="75801" y1="67428" x2="75962" y2="67428"/>
                        <a14:foregroundMark x1="73718" y1="68269" x2="67548" y2="65385"/>
                        <a14:foregroundMark x1="67548" y1="65385" x2="58333" y2="51442"/>
                        <a14:foregroundMark x1="58333" y1="51442" x2="58173" y2="35216"/>
                        <a14:foregroundMark x1="58173" y1="35216" x2="63381" y2="23438"/>
                        <a14:foregroundMark x1="63381" y1="23438" x2="70272" y2="16707"/>
                        <a14:foregroundMark x1="70272" y1="16707" x2="78205" y2="17188"/>
                        <a14:foregroundMark x1="78205" y1="17188" x2="84215" y2="23077"/>
                        <a14:foregroundMark x1="84215" y1="23077" x2="85417" y2="25601"/>
                        <a14:foregroundMark x1="19471" y1="42909" x2="15705" y2="37019"/>
                        <a14:foregroundMark x1="15705" y1="37019" x2="14744" y2="21635"/>
                        <a14:foregroundMark x1="14744" y1="21635" x2="15465" y2="17788"/>
                        <a14:foregroundMark x1="15304" y1="19591" x2="10817" y2="26683"/>
                        <a14:foregroundMark x1="10817" y1="26683" x2="10817" y2="26683"/>
                        <a14:foregroundMark x1="12019" y1="36058" x2="19391" y2="68389"/>
                        <a14:foregroundMark x1="19391" y1="68389" x2="31891" y2="71154"/>
                        <a14:foregroundMark x1="31731" y1="69231" x2="37420" y2="66947"/>
                        <a14:foregroundMark x1="37420" y1="66947" x2="37821" y2="66947"/>
                        <a14:foregroundMark x1="74599" y1="60337" x2="69712" y2="59615"/>
                        <a14:foregroundMark x1="68830" y1="60938" x2="62340" y2="61298"/>
                        <a14:foregroundMark x1="62340" y1="61298" x2="58974" y2="47837"/>
                        <a14:foregroundMark x1="58974" y1="47837" x2="58574" y2="35337"/>
                        <a14:foregroundMark x1="58574" y1="35337" x2="59776" y2="27284"/>
                        <a14:foregroundMark x1="59776" y1="27284" x2="60978" y2="24038"/>
                        <a14:foregroundMark x1="58013" y1="37380" x2="55467" y2="49191"/>
                        <a14:foregroundMark x1="58013" y1="51563" x2="60897" y2="60337"/>
                        <a14:foregroundMark x1="60897" y1="60337" x2="78526" y2="67909"/>
                        <a14:foregroundMark x1="78526" y1="67909" x2="87954" y2="64114"/>
                        <a14:foregroundMark x1="88542" y1="57813" x2="89022" y2="37861"/>
                        <a14:foregroundMark x1="89022" y1="37861" x2="76282" y2="21394"/>
                        <a14:foregroundMark x1="76282" y1="21394" x2="67548" y2="17788"/>
                        <a14:foregroundMark x1="67548" y1="17788" x2="64824" y2="18269"/>
                        <a14:foregroundMark x1="43349" y1="32452" x2="44631" y2="32452"/>
                        <a14:backgroundMark x1="3285" y1="46514" x2="6811" y2="61178"/>
                        <a14:backgroundMark x1="50881" y1="19351" x2="54728" y2="74760"/>
                        <a14:backgroundMark x1="92388" y1="55889" x2="92388" y2="61418"/>
                        <a14:backgroundMark x1="92388" y1="61418" x2="90465" y2="64063"/>
                        <a14:backgroundMark x1="91506" y1="60938" x2="88862" y2="65144"/>
                        <a14:backgroundMark x1="93189" y1="57572" x2="94631" y2="56490"/>
                        <a14:backgroundMark x1="94631" y1="56490" x2="93189" y2="55889"/>
                        <a14:backgroundMark x1="54006" y1="50721" x2="55048" y2="51803"/>
                        <a14:backgroundMark x1="55048" y1="51803" x2="55048" y2="51803"/>
                        <a14:backgroundMark x1="6811" y1="55168" x2="7612" y2="58053"/>
                        <a14:backgroundMark x1="7612" y1="54327" x2="7612" y2="54327"/>
                        <a14:backgroundMark x1="8173" y1="55409" x2="10417" y2="60096"/>
                        <a14:backgroundMark x1="19872" y1="13822" x2="21234" y2="13822"/>
                        <a14:backgroundMark x1="39503" y1="19591" x2="41266" y2="23558"/>
                        <a14:backgroundMark x1="44952" y1="29567" x2="45433" y2="329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71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4552-71CC-AC6E-C3E5-D31AB600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B63DE79-37C2-981B-972F-FB79B11FB7AE}"/>
              </a:ext>
            </a:extLst>
          </p:cNvPr>
          <p:cNvSpPr txBox="1"/>
          <p:nvPr/>
        </p:nvSpPr>
        <p:spPr>
          <a:xfrm>
            <a:off x="3047036" y="324722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 err="1"/>
              <a:t>Scripts</a:t>
            </a:r>
            <a:r>
              <a:rPr lang="he-IL" dirty="0"/>
              <a:t> </a:t>
            </a:r>
            <a:r>
              <a:rPr lang="he-IL" dirty="0" err="1"/>
              <a:t>and</a:t>
            </a:r>
            <a:r>
              <a:rPr lang="he-IL" dirty="0"/>
              <a:t> </a:t>
            </a:r>
            <a:r>
              <a:rPr lang="he-IL" dirty="0" err="1"/>
              <a:t>executables</a:t>
            </a:r>
            <a:endParaRPr lang="he-IL" dirty="0"/>
          </a:p>
        </p:txBody>
      </p:sp>
      <p:pic>
        <p:nvPicPr>
          <p:cNvPr id="11" name="תמונה 10" descr="תמונה שמכילה סרט מצויר, שרטוט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8B5FEF1-47C6-A677-CF72-0876ACF6B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6" b="89904" l="3606" r="93750">
                        <a14:foregroundMark x1="31330" y1="55889" x2="28446" y2="44471"/>
                        <a14:foregroundMark x1="28446" y1="44471" x2="16186" y2="54327"/>
                        <a14:foregroundMark x1="16186" y1="54327" x2="21715" y2="40024"/>
                        <a14:foregroundMark x1="21715" y1="40024" x2="29327" y2="31370"/>
                        <a14:foregroundMark x1="29327" y1="31370" x2="21474" y2="48438"/>
                        <a14:foregroundMark x1="21474" y1="48438" x2="28606" y2="26803"/>
                        <a14:foregroundMark x1="28606" y1="26803" x2="34135" y2="48438"/>
                        <a14:foregroundMark x1="34135" y1="48438" x2="32292" y2="59615"/>
                        <a14:foregroundMark x1="32292" y1="59615" x2="41987" y2="44712"/>
                        <a14:foregroundMark x1="41987" y1="44712" x2="40144" y2="32933"/>
                        <a14:foregroundMark x1="40144" y1="32933" x2="30449" y2="24880"/>
                        <a14:foregroundMark x1="24199" y1="23558" x2="21394" y2="17067"/>
                        <a14:foregroundMark x1="21394" y1="17067" x2="21394" y2="16466"/>
                        <a14:foregroundMark x1="24760" y1="16226" x2="37740" y2="19591"/>
                        <a14:foregroundMark x1="37740" y1="19591" x2="38301" y2="20072"/>
                        <a14:foregroundMark x1="39503" y1="22716" x2="41026" y2="30649"/>
                        <a14:foregroundMark x1="41026" y1="30649" x2="38462" y2="52764"/>
                        <a14:foregroundMark x1="42708" y1="46755" x2="32933" y2="69111"/>
                        <a14:foregroundMark x1="32933" y1="69111" x2="32532" y2="69231"/>
                        <a14:foregroundMark x1="32933" y1="64063" x2="26282" y2="65625"/>
                        <a14:foregroundMark x1="26282" y1="65625" x2="16346" y2="61899"/>
                        <a14:foregroundMark x1="16346" y1="61899" x2="12901" y2="56971"/>
                        <a14:foregroundMark x1="18830" y1="64063" x2="13782" y2="56851"/>
                        <a14:foregroundMark x1="13782" y1="56851" x2="9375" y2="36538"/>
                        <a14:foregroundMark x1="9375" y1="36538" x2="10417" y2="32933"/>
                        <a14:foregroundMark x1="10577" y1="40505" x2="32212" y2="20913"/>
                        <a14:foregroundMark x1="15465" y1="41106" x2="24199" y2="16947"/>
                        <a14:foregroundMark x1="12740" y1="26923" x2="19151" y2="19231"/>
                        <a14:foregroundMark x1="19151" y1="19231" x2="28045" y2="14423"/>
                        <a14:foregroundMark x1="28045" y1="14423" x2="28766" y2="14423"/>
                        <a14:foregroundMark x1="22837" y1="20913" x2="32051" y2="15986"/>
                        <a14:foregroundMark x1="32772" y1="24038" x2="37500" y2="23317"/>
                        <a14:foregroundMark x1="37500" y1="23317" x2="43109" y2="28606"/>
                        <a14:foregroundMark x1="43209" y1="31370" x2="43590" y2="41947"/>
                        <a14:foregroundMark x1="43109" y1="28606" x2="43209" y2="31370"/>
                        <a14:foregroundMark x1="43590" y1="41947" x2="39503" y2="58774"/>
                        <a14:foregroundMark x1="39503" y1="58774" x2="34135" y2="65144"/>
                        <a14:foregroundMark x1="34135" y1="65144" x2="34135" y2="65144"/>
                        <a14:foregroundMark x1="45112" y1="45192" x2="43109" y2="57692"/>
                        <a14:foregroundMark x1="36717" y1="66392" x2="35337" y2="68269"/>
                        <a14:foregroundMark x1="43109" y1="57692" x2="37472" y2="65364"/>
                        <a14:foregroundMark x1="35337" y1="68269" x2="32933" y2="69231"/>
                        <a14:foregroundMark x1="28526" y1="67428" x2="23718" y2="68870"/>
                        <a14:foregroundMark x1="23718" y1="68870" x2="12458" y2="61941"/>
                        <a14:foregroundMark x1="14103" y1="57813" x2="10737" y2="46755"/>
                        <a14:foregroundMark x1="10737" y1="46755" x2="8734" y2="27764"/>
                        <a14:foregroundMark x1="12019" y1="32933" x2="15865" y2="21274"/>
                        <a14:foregroundMark x1="15865" y1="21274" x2="19341" y2="15978"/>
                        <a14:foregroundMark x1="16346" y1="22716" x2="10577" y2="25601"/>
                        <a14:foregroundMark x1="12500" y1="25361" x2="38400" y2="21708"/>
                        <a14:foregroundMark x1="38862" y1="27404" x2="45192" y2="37019"/>
                        <a14:foregroundMark x1="65304" y1="30889" x2="72756" y2="35216"/>
                        <a14:foregroundMark x1="72756" y1="35216" x2="77404" y2="49038"/>
                        <a14:foregroundMark x1="77404" y1="49038" x2="73638" y2="36659"/>
                        <a14:foregroundMark x1="73638" y1="36659" x2="81571" y2="28726"/>
                        <a14:foregroundMark x1="71074" y1="51803" x2="77404" y2="45913"/>
                        <a14:foregroundMark x1="77404" y1="45913" x2="78766" y2="60216"/>
                        <a14:foregroundMark x1="78766" y1="60216" x2="76122" y2="61659"/>
                        <a14:foregroundMark x1="78606" y1="60096" x2="67067" y2="47115"/>
                        <a14:foregroundMark x1="67067" y1="47115" x2="69872" y2="31611"/>
                        <a14:foregroundMark x1="69872" y1="31611" x2="69872" y2="31611"/>
                        <a14:foregroundMark x1="67788" y1="32933" x2="70673" y2="24519"/>
                        <a14:foregroundMark x1="70673" y1="24519" x2="82853" y2="19231"/>
                        <a14:foregroundMark x1="82853" y1="19231" x2="85897" y2="20072"/>
                        <a14:foregroundMark x1="84856" y1="35577" x2="89183" y2="47115"/>
                        <a14:foregroundMark x1="89183" y1="47115" x2="89183" y2="50240"/>
                        <a14:foregroundMark x1="89423" y1="52043" x2="79808" y2="69591"/>
                        <a14:foregroundMark x1="78205" y1="70313" x2="70192" y2="70313"/>
                        <a14:foregroundMark x1="70192" y1="70313" x2="69551" y2="69832"/>
                        <a14:foregroundMark x1="81891" y1="62260" x2="85657" y2="56971"/>
                        <a14:foregroundMark x1="85657" y1="56971" x2="90465" y2="42909"/>
                        <a14:foregroundMark x1="90465" y1="42909" x2="90946" y2="31130"/>
                        <a14:foregroundMark x1="91506" y1="53846" x2="87179" y2="26803"/>
                        <a14:foregroundMark x1="87179" y1="26803" x2="81490" y2="20072"/>
                        <a14:foregroundMark x1="81490" y1="20072" x2="72436" y2="18269"/>
                        <a14:foregroundMark x1="72436" y1="18269" x2="64984" y2="24639"/>
                        <a14:foregroundMark x1="64984" y1="24639" x2="59135" y2="36178"/>
                        <a14:foregroundMark x1="59135" y1="36178" x2="61538" y2="51803"/>
                        <a14:foregroundMark x1="61538" y1="51803" x2="75801" y2="67428"/>
                        <a14:foregroundMark x1="75801" y1="67428" x2="75962" y2="67428"/>
                        <a14:foregroundMark x1="73718" y1="68269" x2="67548" y2="65385"/>
                        <a14:foregroundMark x1="67548" y1="65385" x2="58333" y2="51442"/>
                        <a14:foregroundMark x1="58333" y1="51442" x2="58173" y2="35216"/>
                        <a14:foregroundMark x1="58173" y1="35216" x2="63381" y2="23438"/>
                        <a14:foregroundMark x1="63381" y1="23438" x2="70272" y2="16707"/>
                        <a14:foregroundMark x1="70272" y1="16707" x2="78205" y2="17188"/>
                        <a14:foregroundMark x1="78205" y1="17188" x2="84215" y2="23077"/>
                        <a14:foregroundMark x1="84215" y1="23077" x2="85417" y2="25601"/>
                        <a14:foregroundMark x1="19471" y1="42909" x2="15705" y2="37019"/>
                        <a14:foregroundMark x1="15705" y1="37019" x2="14744" y2="21635"/>
                        <a14:foregroundMark x1="14744" y1="21635" x2="15465" y2="17788"/>
                        <a14:foregroundMark x1="15304" y1="19591" x2="10817" y2="26683"/>
                        <a14:foregroundMark x1="12019" y1="36058" x2="19391" y2="68389"/>
                        <a14:foregroundMark x1="19391" y1="68389" x2="30249" y2="70791"/>
                        <a14:foregroundMark x1="31731" y1="69231" x2="37079" y2="67084"/>
                        <a14:foregroundMark x1="74599" y1="60337" x2="69712" y2="59615"/>
                        <a14:foregroundMark x1="68830" y1="60938" x2="62340" y2="61298"/>
                        <a14:foregroundMark x1="62340" y1="61298" x2="58974" y2="47837"/>
                        <a14:foregroundMark x1="58974" y1="47837" x2="58574" y2="35337"/>
                        <a14:foregroundMark x1="58574" y1="35337" x2="59776" y2="27284"/>
                        <a14:foregroundMark x1="59776" y1="27284" x2="60978" y2="24038"/>
                        <a14:foregroundMark x1="58013" y1="37380" x2="55467" y2="49191"/>
                        <a14:foregroundMark x1="58013" y1="51563" x2="60897" y2="60337"/>
                        <a14:foregroundMark x1="60897" y1="60337" x2="78526" y2="67909"/>
                        <a14:foregroundMark x1="78526" y1="67909" x2="87954" y2="64114"/>
                        <a14:foregroundMark x1="88542" y1="57813" x2="89022" y2="37861"/>
                        <a14:foregroundMark x1="89022" y1="37861" x2="76282" y2="21394"/>
                        <a14:foregroundMark x1="76282" y1="21394" x2="67548" y2="17788"/>
                        <a14:foregroundMark x1="67548" y1="17788" x2="64824" y2="18269"/>
                        <a14:foregroundMark x1="43349" y1="32452" x2="44631" y2="32452"/>
                        <a14:foregroundMark x1="8574" y1="38341" x2="6010" y2="42067"/>
                        <a14:foregroundMark x1="7131" y1="46755" x2="8351" y2="56000"/>
                        <a14:foregroundMark x1="12099" y1="61418" x2="14744" y2="66226"/>
                        <a14:backgroundMark x1="3285" y1="46514" x2="6811" y2="61178"/>
                        <a14:backgroundMark x1="50881" y1="19351" x2="54728" y2="74760"/>
                        <a14:backgroundMark x1="92388" y1="55889" x2="92388" y2="61418"/>
                        <a14:backgroundMark x1="92388" y1="61418" x2="90465" y2="64063"/>
                        <a14:backgroundMark x1="91506" y1="60938" x2="88862" y2="65144"/>
                        <a14:backgroundMark x1="93189" y1="57572" x2="94631" y2="56490"/>
                        <a14:backgroundMark x1="94631" y1="56490" x2="93189" y2="55889"/>
                        <a14:backgroundMark x1="54006" y1="50721" x2="55048" y2="51803"/>
                        <a14:backgroundMark x1="55048" y1="51803" x2="55048" y2="51803"/>
                        <a14:backgroundMark x1="19872" y1="13822" x2="21234" y2="13822"/>
                        <a14:backgroundMark x1="39503" y1="19591" x2="41266" y2="23558"/>
                        <a14:backgroundMark x1="44952" y1="29567" x2="45433" y2="32933"/>
                        <a14:backgroundMark x1="9135" y1="25962" x2="8494" y2="26322"/>
                        <a14:backgroundMark x1="9295" y1="25841" x2="8894" y2="27163"/>
                        <a14:backgroundMark x1="9054" y1="26322" x2="8654" y2="27885"/>
                        <a14:backgroundMark x1="8173" y1="56130" x2="10176" y2="61779"/>
                        <a14:backgroundMark x1="10337" y1="61058" x2="11165" y2="62384"/>
                        <a14:backgroundMark x1="8654" y1="57091" x2="7452" y2="54207"/>
                        <a14:backgroundMark x1="37580" y1="67788" x2="38381" y2="66947"/>
                        <a14:backgroundMark x1="38301" y1="66947" x2="37260" y2="67428"/>
                        <a14:backgroundMark x1="31891" y1="71274" x2="30849" y2="71875"/>
                        <a14:backgroundMark x1="45353" y1="36418" x2="45913" y2="360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81" t="10633" r="53259" b="26244"/>
          <a:stretch>
            <a:fillRect/>
          </a:stretch>
        </p:blipFill>
        <p:spPr>
          <a:xfrm>
            <a:off x="1423686" y="729204"/>
            <a:ext cx="4337034" cy="432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5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D52F4-DC25-CD42-5224-D0E1D080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CE1891E6-BAA2-5109-8B30-73450E9839D6}"/>
              </a:ext>
            </a:extLst>
          </p:cNvPr>
          <p:cNvSpPr txBox="1"/>
          <p:nvPr/>
        </p:nvSpPr>
        <p:spPr>
          <a:xfrm>
            <a:off x="3047036" y="324722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 err="1"/>
              <a:t>Scripts</a:t>
            </a:r>
            <a:r>
              <a:rPr lang="he-IL" dirty="0"/>
              <a:t> </a:t>
            </a:r>
            <a:r>
              <a:rPr lang="he-IL" dirty="0" err="1"/>
              <a:t>and</a:t>
            </a:r>
            <a:r>
              <a:rPr lang="he-IL" dirty="0"/>
              <a:t> </a:t>
            </a:r>
            <a:r>
              <a:rPr lang="he-IL" dirty="0" err="1"/>
              <a:t>executables</a:t>
            </a:r>
            <a:endParaRPr lang="he-IL" dirty="0"/>
          </a:p>
        </p:txBody>
      </p:sp>
      <p:pic>
        <p:nvPicPr>
          <p:cNvPr id="11" name="תמונה 10" descr="תמונה שמכילה סרט מצויר, שרטוט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0BB3824-5E09-25F5-7B08-28205B153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6" b="89904" l="3606" r="93750">
                        <a14:foregroundMark x1="31330" y1="55889" x2="28446" y2="44471"/>
                        <a14:foregroundMark x1="28446" y1="44471" x2="16186" y2="54327"/>
                        <a14:foregroundMark x1="16186" y1="54327" x2="21715" y2="40024"/>
                        <a14:foregroundMark x1="21715" y1="40024" x2="29327" y2="31370"/>
                        <a14:foregroundMark x1="29327" y1="31370" x2="21474" y2="48438"/>
                        <a14:foregroundMark x1="21474" y1="48438" x2="28606" y2="26803"/>
                        <a14:foregroundMark x1="28606" y1="26803" x2="34135" y2="48438"/>
                        <a14:foregroundMark x1="34135" y1="48438" x2="32292" y2="59615"/>
                        <a14:foregroundMark x1="32292" y1="59615" x2="41987" y2="44712"/>
                        <a14:foregroundMark x1="41987" y1="44712" x2="40144" y2="32933"/>
                        <a14:foregroundMark x1="40144" y1="32933" x2="30449" y2="24880"/>
                        <a14:foregroundMark x1="24199" y1="23558" x2="21394" y2="17067"/>
                        <a14:foregroundMark x1="21394" y1="17067" x2="21394" y2="16466"/>
                        <a14:foregroundMark x1="24760" y1="16226" x2="37740" y2="19591"/>
                        <a14:foregroundMark x1="37740" y1="19591" x2="38301" y2="20072"/>
                        <a14:foregroundMark x1="39503" y1="22716" x2="41026" y2="30649"/>
                        <a14:foregroundMark x1="41026" y1="30649" x2="38462" y2="52764"/>
                        <a14:foregroundMark x1="42708" y1="46755" x2="32933" y2="69111"/>
                        <a14:foregroundMark x1="32933" y1="69111" x2="32532" y2="69231"/>
                        <a14:foregroundMark x1="32933" y1="64063" x2="26282" y2="65625"/>
                        <a14:foregroundMark x1="26282" y1="65625" x2="16346" y2="61899"/>
                        <a14:foregroundMark x1="16346" y1="61899" x2="12901" y2="56971"/>
                        <a14:foregroundMark x1="18830" y1="64063" x2="13782" y2="56851"/>
                        <a14:foregroundMark x1="13782" y1="56851" x2="9375" y2="36538"/>
                        <a14:foregroundMark x1="9375" y1="36538" x2="10417" y2="32933"/>
                        <a14:foregroundMark x1="10577" y1="40505" x2="32212" y2="20913"/>
                        <a14:foregroundMark x1="15465" y1="41106" x2="24199" y2="16947"/>
                        <a14:foregroundMark x1="12740" y1="26923" x2="19151" y2="19231"/>
                        <a14:foregroundMark x1="19151" y1="19231" x2="28045" y2="14423"/>
                        <a14:foregroundMark x1="28045" y1="14423" x2="28766" y2="14423"/>
                        <a14:foregroundMark x1="22837" y1="20913" x2="32051" y2="15986"/>
                        <a14:foregroundMark x1="32772" y1="24038" x2="37500" y2="23317"/>
                        <a14:foregroundMark x1="37500" y1="23317" x2="43109" y2="28606"/>
                        <a14:foregroundMark x1="43209" y1="31370" x2="43590" y2="41947"/>
                        <a14:foregroundMark x1="43109" y1="28606" x2="43209" y2="31370"/>
                        <a14:foregroundMark x1="43590" y1="41947" x2="39503" y2="58774"/>
                        <a14:foregroundMark x1="39503" y1="58774" x2="34135" y2="65144"/>
                        <a14:foregroundMark x1="34135" y1="65144" x2="34135" y2="65144"/>
                        <a14:foregroundMark x1="45112" y1="45192" x2="43109" y2="57692"/>
                        <a14:foregroundMark x1="43109" y1="57692" x2="35337" y2="68269"/>
                        <a14:foregroundMark x1="35337" y1="68269" x2="32933" y2="69231"/>
                        <a14:foregroundMark x1="28526" y1="67428" x2="23718" y2="68870"/>
                        <a14:foregroundMark x1="23718" y1="68870" x2="11218" y2="61178"/>
                        <a14:foregroundMark x1="11218" y1="61178" x2="10466" y2="60050"/>
                        <a14:foregroundMark x1="14103" y1="57813" x2="10737" y2="46755"/>
                        <a14:foregroundMark x1="10737" y1="46755" x2="8734" y2="27764"/>
                        <a14:foregroundMark x1="8734" y1="27764" x2="9375" y2="25841"/>
                        <a14:foregroundMark x1="12019" y1="32933" x2="15865" y2="21274"/>
                        <a14:foregroundMark x1="15865" y1="21274" x2="19341" y2="15978"/>
                        <a14:foregroundMark x1="16346" y1="22716" x2="10577" y2="25601"/>
                        <a14:foregroundMark x1="12500" y1="25361" x2="38400" y2="21708"/>
                        <a14:foregroundMark x1="38862" y1="27404" x2="45192" y2="37019"/>
                        <a14:foregroundMark x1="45192" y1="37019" x2="45673" y2="36298"/>
                        <a14:foregroundMark x1="65304" y1="30889" x2="72756" y2="35216"/>
                        <a14:foregroundMark x1="72756" y1="35216" x2="77404" y2="49038"/>
                        <a14:foregroundMark x1="77404" y1="49038" x2="73638" y2="36659"/>
                        <a14:foregroundMark x1="73638" y1="36659" x2="81571" y2="28726"/>
                        <a14:foregroundMark x1="71074" y1="51803" x2="77404" y2="45913"/>
                        <a14:foregroundMark x1="77404" y1="45913" x2="78766" y2="60216"/>
                        <a14:foregroundMark x1="78766" y1="60216" x2="76122" y2="61659"/>
                        <a14:foregroundMark x1="78606" y1="60096" x2="67067" y2="47115"/>
                        <a14:foregroundMark x1="67067" y1="47115" x2="69872" y2="31611"/>
                        <a14:foregroundMark x1="69872" y1="31611" x2="69872" y2="31611"/>
                        <a14:foregroundMark x1="67788" y1="32933" x2="70673" y2="24519"/>
                        <a14:foregroundMark x1="70673" y1="24519" x2="82853" y2="19231"/>
                        <a14:foregroundMark x1="82853" y1="19231" x2="85897" y2="20072"/>
                        <a14:foregroundMark x1="84856" y1="35577" x2="89183" y2="47115"/>
                        <a14:foregroundMark x1="89183" y1="47115" x2="89183" y2="50240"/>
                        <a14:foregroundMark x1="89423" y1="52043" x2="79808" y2="69591"/>
                        <a14:foregroundMark x1="78205" y1="70313" x2="70192" y2="70313"/>
                        <a14:foregroundMark x1="70192" y1="70313" x2="69551" y2="69832"/>
                        <a14:foregroundMark x1="81891" y1="62260" x2="85657" y2="56971"/>
                        <a14:foregroundMark x1="85657" y1="56971" x2="90465" y2="42909"/>
                        <a14:foregroundMark x1="90465" y1="42909" x2="90946" y2="31130"/>
                        <a14:foregroundMark x1="91506" y1="53846" x2="87179" y2="26803"/>
                        <a14:foregroundMark x1="87179" y1="26803" x2="81490" y2="20072"/>
                        <a14:foregroundMark x1="81490" y1="20072" x2="72436" y2="18269"/>
                        <a14:foregroundMark x1="72436" y1="18269" x2="64984" y2="24639"/>
                        <a14:foregroundMark x1="64984" y1="24639" x2="59135" y2="36178"/>
                        <a14:foregroundMark x1="59135" y1="36178" x2="61538" y2="51803"/>
                        <a14:foregroundMark x1="61538" y1="51803" x2="75801" y2="67428"/>
                        <a14:foregroundMark x1="75801" y1="67428" x2="75962" y2="67428"/>
                        <a14:foregroundMark x1="73718" y1="68269" x2="67548" y2="65385"/>
                        <a14:foregroundMark x1="67548" y1="65385" x2="58333" y2="51442"/>
                        <a14:foregroundMark x1="58333" y1="51442" x2="58173" y2="35216"/>
                        <a14:foregroundMark x1="58173" y1="35216" x2="63381" y2="23438"/>
                        <a14:foregroundMark x1="63381" y1="23438" x2="70272" y2="16707"/>
                        <a14:foregroundMark x1="70272" y1="16707" x2="78205" y2="17188"/>
                        <a14:foregroundMark x1="78205" y1="17188" x2="84215" y2="23077"/>
                        <a14:foregroundMark x1="84215" y1="23077" x2="85417" y2="25601"/>
                        <a14:foregroundMark x1="19471" y1="42909" x2="15705" y2="37019"/>
                        <a14:foregroundMark x1="15705" y1="37019" x2="14744" y2="21635"/>
                        <a14:foregroundMark x1="14744" y1="21635" x2="15465" y2="17788"/>
                        <a14:foregroundMark x1="15304" y1="19591" x2="10817" y2="26683"/>
                        <a14:foregroundMark x1="10817" y1="26683" x2="10817" y2="26683"/>
                        <a14:foregroundMark x1="12019" y1="36058" x2="19391" y2="68389"/>
                        <a14:foregroundMark x1="19391" y1="68389" x2="31891" y2="71154"/>
                        <a14:foregroundMark x1="31731" y1="69231" x2="37420" y2="66947"/>
                        <a14:foregroundMark x1="37420" y1="66947" x2="37821" y2="66947"/>
                        <a14:foregroundMark x1="74599" y1="60337" x2="69712" y2="59615"/>
                        <a14:foregroundMark x1="68830" y1="60938" x2="62340" y2="61298"/>
                        <a14:foregroundMark x1="62340" y1="61298" x2="58974" y2="47837"/>
                        <a14:foregroundMark x1="58974" y1="47837" x2="58574" y2="35337"/>
                        <a14:foregroundMark x1="58574" y1="35337" x2="59776" y2="27284"/>
                        <a14:foregroundMark x1="59776" y1="27284" x2="60978" y2="24038"/>
                        <a14:foregroundMark x1="58013" y1="37380" x2="55467" y2="49191"/>
                        <a14:foregroundMark x1="58013" y1="51563" x2="60897" y2="60337"/>
                        <a14:foregroundMark x1="60897" y1="60337" x2="78526" y2="67909"/>
                        <a14:foregroundMark x1="78526" y1="67909" x2="87954" y2="64114"/>
                        <a14:foregroundMark x1="88542" y1="57813" x2="89022" y2="37861"/>
                        <a14:foregroundMark x1="89022" y1="37861" x2="76282" y2="21394"/>
                        <a14:foregroundMark x1="76282" y1="21394" x2="67548" y2="17788"/>
                        <a14:foregroundMark x1="67548" y1="17788" x2="64824" y2="18269"/>
                        <a14:foregroundMark x1="43349" y1="32452" x2="44631" y2="32452"/>
                        <a14:backgroundMark x1="3285" y1="46514" x2="6811" y2="61178"/>
                        <a14:backgroundMark x1="50881" y1="19351" x2="54728" y2="74760"/>
                        <a14:backgroundMark x1="92388" y1="55889" x2="92388" y2="61418"/>
                        <a14:backgroundMark x1="92388" y1="61418" x2="90465" y2="64063"/>
                        <a14:backgroundMark x1="91506" y1="60938" x2="88862" y2="65144"/>
                        <a14:backgroundMark x1="93189" y1="57572" x2="94631" y2="56490"/>
                        <a14:backgroundMark x1="94631" y1="56490" x2="93189" y2="55889"/>
                        <a14:backgroundMark x1="54006" y1="50721" x2="55048" y2="51803"/>
                        <a14:backgroundMark x1="55048" y1="51803" x2="55048" y2="51803"/>
                        <a14:backgroundMark x1="6811" y1="55168" x2="7612" y2="58053"/>
                        <a14:backgroundMark x1="7612" y1="54327" x2="7612" y2="54327"/>
                        <a14:backgroundMark x1="8173" y1="55409" x2="10417" y2="60096"/>
                        <a14:backgroundMark x1="19872" y1="13822" x2="21234" y2="13822"/>
                        <a14:backgroundMark x1="39503" y1="19591" x2="41266" y2="23558"/>
                        <a14:backgroundMark x1="44952" y1="29567" x2="45433" y2="329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01" t="8102" r="2930" b="23712"/>
          <a:stretch>
            <a:fillRect/>
          </a:stretch>
        </p:blipFill>
        <p:spPr>
          <a:xfrm>
            <a:off x="6096001" y="555585"/>
            <a:ext cx="4842076" cy="467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9828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</Words>
  <Application>Microsoft Office PowerPoint</Application>
  <PresentationFormat>מסך רחב</PresentationFormat>
  <Paragraphs>4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נתנאל רחום</dc:creator>
  <cp:lastModifiedBy>נתנאל רחום</cp:lastModifiedBy>
  <cp:revision>1</cp:revision>
  <dcterms:created xsi:type="dcterms:W3CDTF">2026-02-25T17:42:08Z</dcterms:created>
  <dcterms:modified xsi:type="dcterms:W3CDTF">2026-02-25T18:23:16Z</dcterms:modified>
</cp:coreProperties>
</file>